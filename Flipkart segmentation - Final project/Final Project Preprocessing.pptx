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D40174-1559-4764-9D5D-C15C4859DEDC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4D85F-7095-48E7-8838-17F57EB33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819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6F73A-54B1-9AB5-A4EE-AD0DAC1B0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C850C7-5EB4-37D6-7D11-9278663569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64D24-4D2F-42BA-C3E6-08A7422EE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6C6F2-A28A-4DAF-BDDF-7A9118ED22EE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B8721-19FB-0B53-18DE-9974A0BD5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3BB77-EE68-B7B8-2C76-4765AE1B4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49C7-6936-4A1C-9344-E7A555070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12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31C0-5C02-3582-4215-2FADECDC8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886DA-AC5C-C6EF-4457-7AC8E6C5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6FC2A-0851-6354-1E5B-A55516D2F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6C6F2-A28A-4DAF-BDDF-7A9118ED22EE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0A606-E082-958F-44FA-67BB61A55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B03BA-BDA1-D91A-39DB-AE9AF171E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49C7-6936-4A1C-9344-E7A555070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496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929FB-0DF3-042F-3B94-9875F4324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03B94-CCB8-A6EC-0889-7CD801FAD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8A097-ABB2-A42F-52CA-90DC7D028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6C6F2-A28A-4DAF-BDDF-7A9118ED22EE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B2707-4F91-317D-098C-A690860C7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2E61E-02F4-AE40-ACD5-1CDCB39B6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49C7-6936-4A1C-9344-E7A555070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737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0E78B-B920-4EC7-F104-C90BA4230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56E74-CEC3-B062-16B9-82A19B51AF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C7C09-4A9E-324F-5B3F-47ABF7A61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78A46-CADB-90EE-7D5E-B73F65E0D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6C6F2-A28A-4DAF-BDDF-7A9118ED22EE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CCAC29-59FA-11FC-F0E5-79CA30D5B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39088-923F-15A3-C048-58B6192CA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49C7-6936-4A1C-9344-E7A555070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138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64FB0-395E-01A5-2ADC-994E14EC2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FFF62-4B0C-882D-1FB0-A371A2AED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8B45B-268D-E709-CAD0-4BE476FBE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76499D-E715-398B-DEB7-CBAEA8437B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BE2E1E-887D-7841-115D-884C5017C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260D9F-873C-C42C-5D45-EC9EC6BDC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6C6F2-A28A-4DAF-BDDF-7A9118ED22EE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C209C1-0A9F-66EC-C84E-BF2F8CA1B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93F022-042C-0DF4-F58C-AEDC821D7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49C7-6936-4A1C-9344-E7A555070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53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ACF0C-2B7F-A873-762F-F0700397E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AB0A35-5153-6568-4CD1-A359E5973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6C6F2-A28A-4DAF-BDDF-7A9118ED22EE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00436B-09D7-A74A-6168-A0D0AD824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FFBBD6-FDCC-0679-525F-228D29E81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49C7-6936-4A1C-9344-E7A555070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332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D713FA-105C-0975-B0AD-6E69C1F74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6C6F2-A28A-4DAF-BDDF-7A9118ED22EE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E1221E-5E30-9396-95C2-E53427B50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649B3-E5D9-34F0-2E68-4C7BD50B3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49C7-6936-4A1C-9344-E7A555070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20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DFB75-F6E1-7721-5D45-7A78AE94D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104BF-9172-9103-BFA2-2841FFCD2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4D5C82-238F-55C8-27A4-E8DAB1D4A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70E0F-C673-328C-B4E2-847F27816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6C6F2-A28A-4DAF-BDDF-7A9118ED22EE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221586-522B-6540-637A-B9FC2E237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501AB-73D7-8580-044C-13CA260D7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49C7-6936-4A1C-9344-E7A555070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553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B28E7-5AEC-BA40-6729-D65513480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B7B7B5-95E6-C8CA-E573-BFB6D387A7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D1920-2CD3-7064-4702-B1F2E09A4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A3246-58BC-4B13-ECAA-97B55A274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6C6F2-A28A-4DAF-BDDF-7A9118ED22EE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7AD5DE-3989-17C4-6B2E-8AF675007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30376-9ADD-ACC0-4934-82A05DA66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49C7-6936-4A1C-9344-E7A555070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967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01DAC-F6D0-D878-2C59-267B9AC09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3BE055-0F90-9028-7E11-752A3E148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25ABB-49F3-E07C-458E-07A30552B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6C6F2-A28A-4DAF-BDDF-7A9118ED22EE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AD302-7E46-1216-8897-5AF16208D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1A5F5-E9D8-2C0C-69EB-1727A53A1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49C7-6936-4A1C-9344-E7A555070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259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B44A3B-DB6F-13D8-ADC3-DB3BB934E2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AB71E-E653-E1FD-8FE4-367B74D72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CC354-C95E-C69A-12AE-14F0D84AE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6C6F2-A28A-4DAF-BDDF-7A9118ED22EE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E7B56-FDAD-E8C8-D236-2AAEAFF41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5CB97-032C-5E32-5BBD-2691A9F9A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49C7-6936-4A1C-9344-E7A555070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845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0"/>
                <a:lumOff val="10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4D5768-59AB-F8D8-52F3-0EB041AA1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0A208-2594-4A54-2E7C-4B75C7549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CA7C5-597B-3060-597B-744C2354FF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6C6F2-A28A-4DAF-BDDF-7A9118ED22EE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8E524-087F-B5B3-0510-6B8F9624A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3BC4E-AA31-EB74-BC7B-998EA05170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449C7-6936-4A1C-9344-E7A555070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061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E6380-7E60-F660-AA6D-CE4F13E5F8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Bahnschrift Light SemiCondensed" panose="020B0502040204020203" pitchFamily="34" charset="0"/>
              </a:rPr>
              <a:t>Flipkart Customer Segmentation &amp; Targeted Marketing Intelligence </a:t>
            </a:r>
            <a:endParaRPr lang="en-IN" dirty="0">
              <a:latin typeface="Bahnschrift Light SemiCondensed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9EE82C-1F06-FBD5-F043-F6D8EEE139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Preprocessing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EE57AC-7F30-427A-D2DA-F93E0DF6CB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491" y="4112172"/>
            <a:ext cx="2291256" cy="22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198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D8C52B-1A2A-29FE-B21D-F9BAA449A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786" y="2271576"/>
            <a:ext cx="4134427" cy="1952898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974121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5D0477-84D9-4BC5-10CD-4830CD5929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587" y="1518662"/>
            <a:ext cx="7688826" cy="320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910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B28F8B-E891-3736-4C25-2F2C2B5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442" y="2190513"/>
            <a:ext cx="7097115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929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629379-71EB-BCDA-E779-4C5D8CF9B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19" y="1253191"/>
            <a:ext cx="11631561" cy="15639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43AB1B-62F6-75D3-0352-6F9580CC25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782" y="3947228"/>
            <a:ext cx="8478433" cy="1657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B23FB4-556F-C4DF-B206-413E0367063E}"/>
              </a:ext>
            </a:extLst>
          </p:cNvPr>
          <p:cNvSpPr txBox="1"/>
          <p:nvPr/>
        </p:nvSpPr>
        <p:spPr>
          <a:xfrm>
            <a:off x="5137352" y="454643"/>
            <a:ext cx="1917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Phase 3.2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7299A7-6440-58CD-113E-10CAB14DC29F}"/>
              </a:ext>
            </a:extLst>
          </p:cNvPr>
          <p:cNvSpPr txBox="1"/>
          <p:nvPr/>
        </p:nvSpPr>
        <p:spPr>
          <a:xfrm>
            <a:off x="5240591" y="3244645"/>
            <a:ext cx="1710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Phase 3.3</a:t>
            </a:r>
          </a:p>
        </p:txBody>
      </p:sp>
    </p:spTree>
    <p:extLst>
      <p:ext uri="{BB962C8B-B14F-4D97-AF65-F5344CB8AC3E}">
        <p14:creationId xmlns:p14="http://schemas.microsoft.com/office/powerpoint/2010/main" val="3646933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D18FB8-CD90-2037-75DD-80C4FCA3B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387" y="1375634"/>
            <a:ext cx="10031225" cy="16290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033F2B-7E7A-BA84-8E60-B482597FA965}"/>
              </a:ext>
            </a:extLst>
          </p:cNvPr>
          <p:cNvSpPr txBox="1"/>
          <p:nvPr/>
        </p:nvSpPr>
        <p:spPr>
          <a:xfrm>
            <a:off x="5171767" y="501445"/>
            <a:ext cx="1848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Phase 3.4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748A2F-D1DF-0D35-DCC8-C3FA69507B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097" y="4197798"/>
            <a:ext cx="9697803" cy="16480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5ECB03-BCA3-F9FE-7839-52572D19DED8}"/>
              </a:ext>
            </a:extLst>
          </p:cNvPr>
          <p:cNvSpPr txBox="1"/>
          <p:nvPr/>
        </p:nvSpPr>
        <p:spPr>
          <a:xfrm>
            <a:off x="5279921" y="3429000"/>
            <a:ext cx="1632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Phase 4.1</a:t>
            </a:r>
          </a:p>
        </p:txBody>
      </p:sp>
    </p:spTree>
    <p:extLst>
      <p:ext uri="{BB962C8B-B14F-4D97-AF65-F5344CB8AC3E}">
        <p14:creationId xmlns:p14="http://schemas.microsoft.com/office/powerpoint/2010/main" val="2540660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763F4C-1448-080B-82BC-C66DA2391D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915" y="1271471"/>
            <a:ext cx="7478169" cy="16671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716039-75B3-1B64-C7FC-D40FB80306AA}"/>
              </a:ext>
            </a:extLst>
          </p:cNvPr>
          <p:cNvSpPr txBox="1"/>
          <p:nvPr/>
        </p:nvSpPr>
        <p:spPr>
          <a:xfrm>
            <a:off x="5291136" y="586328"/>
            <a:ext cx="1695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Phase 4.2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94B2C9-FDEC-C7FF-C5F5-84EC82C656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492" y="4100397"/>
            <a:ext cx="8869013" cy="16480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99DA10-8CA2-8588-883D-D6F54F9157FE}"/>
              </a:ext>
            </a:extLst>
          </p:cNvPr>
          <p:cNvSpPr txBox="1"/>
          <p:nvPr/>
        </p:nvSpPr>
        <p:spPr>
          <a:xfrm>
            <a:off x="5248273" y="3257878"/>
            <a:ext cx="1781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Phase 4.3</a:t>
            </a:r>
          </a:p>
        </p:txBody>
      </p:sp>
    </p:spTree>
    <p:extLst>
      <p:ext uri="{BB962C8B-B14F-4D97-AF65-F5344CB8AC3E}">
        <p14:creationId xmlns:p14="http://schemas.microsoft.com/office/powerpoint/2010/main" val="765965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42123D-AA72-C406-489F-E9782328B6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202" y="1238134"/>
            <a:ext cx="9621593" cy="16575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9F111C-A6AB-A0C7-F609-0AEDBA5511A2}"/>
              </a:ext>
            </a:extLst>
          </p:cNvPr>
          <p:cNvSpPr txBox="1"/>
          <p:nvPr/>
        </p:nvSpPr>
        <p:spPr>
          <a:xfrm>
            <a:off x="5200648" y="476250"/>
            <a:ext cx="1790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Phase 4.4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E32AC2-1712-A977-1238-B10DA70C4A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166" y="4031113"/>
            <a:ext cx="10557668" cy="13569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357AE9-CFA4-6F50-57A1-AB024BACC77D}"/>
              </a:ext>
            </a:extLst>
          </p:cNvPr>
          <p:cNvSpPr txBox="1"/>
          <p:nvPr/>
        </p:nvSpPr>
        <p:spPr>
          <a:xfrm>
            <a:off x="5392991" y="3201804"/>
            <a:ext cx="14060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Phase 5</a:t>
            </a:r>
          </a:p>
        </p:txBody>
      </p:sp>
    </p:spTree>
    <p:extLst>
      <p:ext uri="{BB962C8B-B14F-4D97-AF65-F5344CB8AC3E}">
        <p14:creationId xmlns:p14="http://schemas.microsoft.com/office/powerpoint/2010/main" val="566600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70F4CC-15FC-4F0F-B0B7-7505932CCA32}"/>
              </a:ext>
            </a:extLst>
          </p:cNvPr>
          <p:cNvSpPr txBox="1"/>
          <p:nvPr/>
        </p:nvSpPr>
        <p:spPr>
          <a:xfrm>
            <a:off x="5019675" y="2695575"/>
            <a:ext cx="21526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57841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26</Words>
  <Application>Microsoft Office PowerPoint</Application>
  <PresentationFormat>Widescreen</PresentationFormat>
  <Paragraphs>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Bahnschrift Light SemiCondensed</vt:lpstr>
      <vt:lpstr>Calibri</vt:lpstr>
      <vt:lpstr>Calibri Light</vt:lpstr>
      <vt:lpstr>Office Theme</vt:lpstr>
      <vt:lpstr>Flipkart Customer Segmentation &amp; Targeted Marketing Intelligence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Raj</dc:creator>
  <cp:lastModifiedBy>Ajay Raj</cp:lastModifiedBy>
  <cp:revision>2</cp:revision>
  <dcterms:created xsi:type="dcterms:W3CDTF">2026-04-16T22:48:17Z</dcterms:created>
  <dcterms:modified xsi:type="dcterms:W3CDTF">2026-04-16T23:03:05Z</dcterms:modified>
</cp:coreProperties>
</file>